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95CEFC40-336B-4D33-BD51-7C5C74B669B4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16/11/25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186DCEC-9780-429F-8324-A78F31AB2747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30CC5226-2ECF-4AFE-989F-4C9CADE70E48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16/11/25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D706367-A18C-4450-9069-BA64BB40B6B7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Lead Scoring Project – X Education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IN" sz="3200" spc="-1" strike="noStrike">
                <a:solidFill>
                  <a:srgbClr val="8b8b8b"/>
                </a:solidFill>
                <a:latin typeface="Calibri"/>
              </a:rPr>
              <a:t>Student: Pothuri Gowtham Kumar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Project Objective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Predict lead conversion and recommend calling strategies.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Dataset &amp; Preprocessing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Original shape: (9240, 37)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Dropped columns: Prospect ID, Lead Number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Scaling numerical features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One-hot encoding for categoricals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Modeling Approach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Logistic Regression with L1 regularization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Selected features based on coefficient importance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Balanced evaluation using accuracy, precision, recall and ROC-AUC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Model Performance Metrics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Accuracy: 0.937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Precision: 0.931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Recall: 0.904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ROC-AUC: 0.978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Top Predictive Features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457200" y="11624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Positive Influence: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Tags_Lost to EINS (9.7511)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Tags_Closed by Horizzon (7.6634)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Tags_Will revert after reading the email (5.5807)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Tags_Unknown (3.6761)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Negative Influence: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Lead Quality_Worst (-2.5709)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Tags_switched off (-2.4504)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Business Recommendations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Aggressive Phase: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Lower threshold for lead selection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Tiered calling lists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Assign interns to Tier B leads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Conservative Phase: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Raise threshold for call qualification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Focus only on high-probability leads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Use email engagement for remaining leads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Neat_Office/6.2.8.2$Windows_x86 LibreOffice_project/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2025-11-16T11:56:38Z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